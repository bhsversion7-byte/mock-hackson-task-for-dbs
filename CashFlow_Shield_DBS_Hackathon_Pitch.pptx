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880"/>
        <p:guide pos="5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DBS FinTech Hackathon Pitch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54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CashFlow Shield</a:t>
            </a:r>
            <a:endParaRPr lang="en-US" altLang="en-US" sz="54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3111500"/>
            <a:ext cx="1244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Internal DBS workbench for RMs and credit inspectors to detect SME cash-flow stress early, explain the drivers, and act through responsible lending guardrails.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1. Problem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SME cash stress is visible before default, but banks often respond too late.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Judges should see a real banking pain point, not a generic fintech dashboard.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Manual triage: RMs inspect transactions, invoices, fixed costs, and client notes by hand.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Late intervention: SMEs often ask for help only after payroll, suppliers, or receivables are already under pressure.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Risk control: fast support still needs affordability, evidence, suitability, and policy approval.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2. User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This is for DBS internal teams, not customer self-service.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Customers provide data; DBS staff interpret it and control the next action.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Relationship Manager: identifies watch-list clients, prepares outreach, and requests evidence.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Credit Inspector: validates drivers, checks policy readiness, and blocks unsuitable submissions.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Portfolio Risk Lead: monitors pilot quality, false positives, overrides, and adoption.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3. Solution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CashFlow Shield turns cash-flow data into a human-reviewed early-warning workflow.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The product is narrow enough to demo and realistic enough for a bank.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Import client cash-flow CSV or use internal operating-account signals.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Stress expected receivables and forecast the 30-day liquidity buffer.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Decompose risk into explainable factors for RM and inspector review.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9000" y="6921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000" y="6921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8400" y="7048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Generate a draft action plan with policy gates and non-credit alternatives.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4. Demo Walkthrough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How to present the prototype in 90 seconds.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Do not tour every screen. Show the decision journey.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Settings: choose DBS role, such as RM or credit inspector.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Import Data: upload the sample CSV to create an SME assessment.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Cash Forecast: move the receivable-delay slider and show the cash gap changing.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9000" y="6921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000" y="6921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8400" y="7048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Risk Drivers and Action Plan: explain factors, then show policy gate blocking unsafe auto-approval.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5. What We Built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A working frontend prototype, not just slides.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The judges can open it and interact with it.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Frontend: HTML, CSS, and JavaScript; runs locally in browser.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Data: CSV upload/paste, local persistence, sample cash-flow file, and market benchmark refresh fallback.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Workflow: role settings, overview factors, cash forecast, deep risk drivers, action plan, evidence, and pilot plan.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6. Model Logic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The score is explainable because it is decomposed into seven review factors.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Built around cash-flow underwriting and early-warning credit monitoring concepts.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Liquidity buffer: minimum forecast balance after stress.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Receivables concentration: invoice delay and debtor dependency.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Fixed-cost pressure and volatility: payroll, rent, suppliers, low-balance incidents.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9000" y="6921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000" y="6921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8400" y="7048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Coverage, data confidence, and policy readiness: prevent unsuitable facility suggestions.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7. Innovation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The innovation is not auto-lending. It is explainable, proactive RM intervention.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This is the line judges should remember.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Moves DBS from reactive SME support to forward-looking liquidity monitoring.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Combines stress testing, explainable drivers, and responsible lending controls in one workflow.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Uses public benchmarks as context while preserving internal policy authority.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8. Risk Controls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Banking realism is built into the product.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This answers the most likely judging concern: “Is this safe?”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No auto-approval: the system creates a draft RM plan only.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Evidence-first: high-risk cases require invoice evidence, affordability review, and borrower exposure checks.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Auditability: production version logs source data version, factor scores, overrides, and final RM action.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9. Impact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We can validate value in a four-week DBS pilot.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Hackathon projects win when impact is measurable.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50% target reduction in manual triage time.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70% high-risk alerts judged useful by RMs and inspectors.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20 RM initial pilot cohort.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9000" y="6921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9000" y="6921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168400" y="7048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0 auto-approved credit decisions.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B3261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9000" y="660400"/>
            <a:ext cx="8636000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b="1">
                <a:solidFill>
                  <a:srgbClr val="5E6B78"/>
                </a:solidFill>
                <a:latin typeface="Aptos" charset="0"/>
                <a:cs typeface="Aptos" charset="0"/>
              </a:rPr>
              <a:t>10. Why This Wins</a:t>
            </a:r>
            <a:endParaRPr lang="en-US" altLang="en-US" sz="1500" b="1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000" y="1206500"/>
            <a:ext cx="13589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17202A"/>
                </a:solidFill>
                <a:latin typeface="Aptos Display" charset="0"/>
                <a:cs typeface="Aptos Display" charset="0"/>
              </a:rPr>
              <a:t>Narrow enough to demo, realistic enough for a bank, valuable enough to pilot.</a:t>
            </a:r>
            <a:endParaRPr lang="en-US" altLang="en-US" sz="3600" b="1">
              <a:solidFill>
                <a:srgbClr val="17202A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89000" y="2730500"/>
            <a:ext cx="1244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solidFill>
                  <a:srgbClr val="5E6B78"/>
                </a:solidFill>
                <a:latin typeface="Aptos" charset="0"/>
                <a:cs typeface="Aptos" charset="0"/>
              </a:rPr>
              <a:t>Close by tying the demo back to DBS value.</a:t>
            </a:r>
            <a:endParaRPr lang="en-US" altLang="en-US" sz="2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9000" y="4254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9000" y="4254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8400" y="4381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Clear problem: late SME liquidity intervention and manual RM triage.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9000" y="5143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89000" y="5143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68400" y="5270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Clear demo: upload data, stress cash flow, explain drivers, generate guarded actions.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9000" y="6032500"/>
            <a:ext cx="13716000" cy="736600"/>
          </a:xfrm>
          <a:prstGeom prst="rect">
            <a:avLst/>
          </a:prstGeom>
          <a:solidFill>
            <a:srgbClr val="F5F7F9"/>
          </a:solidFill>
          <a:ln>
            <a:solidFill>
              <a:srgbClr val="DBE2E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89000" y="6032500"/>
            <a:ext cx="88900" cy="736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6159500"/>
            <a:ext cx="1295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17202A"/>
                </a:solidFill>
                <a:latin typeface="Aptos" charset="0"/>
                <a:cs typeface="Aptos" charset="0"/>
              </a:rPr>
              <a:t>Clear DBS fit: internal RM workflow, credit-inspector controls, measurable pilot path.</a:t>
            </a:r>
            <a:endParaRPr lang="en-US" altLang="en-US">
              <a:solidFill>
                <a:srgbClr val="17202A"/>
              </a:solidFill>
              <a:latin typeface="Aptos" charset="0"/>
              <a:cs typeface="Aptos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89000" y="8572500"/>
            <a:ext cx="8255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5E6B78"/>
                </a:solidFill>
                <a:latin typeface="Aptos" charset="0"/>
                <a:cs typeface="Aptos" charset="0"/>
              </a:rPr>
              <a:t>CashFlow Shield · DBS internal SME early-warning prototype</a:t>
            </a:r>
            <a:endParaRPr lang="en-US" altLang="en-US" sz="1000">
              <a:solidFill>
                <a:srgbClr val="5E6B7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4839</Words>
  <Application>WPS 演示</Application>
  <PresentationFormat>宽屏</PresentationFormat>
  <Paragraphs>156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Aptos</vt:lpstr>
      <vt:lpstr>Segoe UI</vt:lpstr>
      <vt:lpstr>Aptos Display</vt:lpstr>
      <vt:lpstr>Segoe UI Variable Display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bihui</dc:creator>
  <cp:lastModifiedBy>Drdoggie</cp:lastModifiedBy>
  <cp:revision>157</cp:revision>
  <dcterms:created xsi:type="dcterms:W3CDTF">2019-06-19T02:08:00Z</dcterms:created>
  <dcterms:modified xsi:type="dcterms:W3CDTF">2026-06-05T14:31:07Z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B3109015AF634362B46C8860338616AE_11</vt:lpwstr>
  </property>
</Properties>
</file>